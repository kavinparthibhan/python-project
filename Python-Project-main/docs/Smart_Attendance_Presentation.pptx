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Smart Attendance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Python-powered student check-in and reporting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Tkinter  •  OpenCV LBPH  •  SQLite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Local macOS desktop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Problem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Reduce repetitive manual attendance entry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Enroll consenting students using webcam face images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Record one check-in per student per day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Provide administrative access and downloadable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17503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Administrator login and password changes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Student registration and on-device face model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Daily KPIs and seven-day attendance chart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Daily/monthly date filters and CSV export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Student deletion and 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Recognition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Detect face using Haar cascade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Resize and equalize each detected face crop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Classify with OpenCV LBPH model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Require a low-enough distance across 5 consecutive frames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Save check-in using SQLite unique-per-day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Security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Admin password: salted PBKDF2-HMAC-SHA256 hash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Local SQLite database, sample images and model files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Students and attendance linked by student ID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Consent and limited data retention are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Create/login to admin account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Register a consenting test student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Run recognition and observe a check-in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Verify duplicate protection and dashboard totals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Filter dates and export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Testing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Check accuracy across students and lighting conditions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Unknown faces should not be automatically marked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No anti-spoofing/liveness protection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Daily “not marked” is not confirmed absence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Human override and consent required in real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Session/timetable-aware attendance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Liveness detection or supervised confirmation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Biometric accuracy evaluation and threshold calibration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Encryption, audit history and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BB0F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Python desktop app integrating computer vision, data and reporting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Admin features and monthly attendance workflow</a:t>
            </a:r>
          </a:p>
          <a:p>
            <a:pPr>
              <a:spcAft>
                <a:spcPts val="1900"/>
              </a:spcAft>
              <a:defRPr sz="2200">
                <a:solidFill>
                  <a:srgbClr val="F3F8FF"/>
                </a:solidFill>
              </a:defRPr>
            </a:pPr>
            <a:r>
              <a:t>•  Useful educational proof of concept—not a production attendance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0C9"/>
                </a:solidFill>
              </a:defRPr>
            </a:pPr>
            <a:r>
              <a:t>SMART ATTENDANCE PRO  |  COLLEGE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